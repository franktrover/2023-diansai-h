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  <p:sldId id="275" r:id="rId26"/>
    <p:sldId id="276" r:id="rId27"/>
    <p:sldId id="277" r:id="rId28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6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1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34747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 advTm="3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  <p:transition advClick="1" advTm="3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第一版加法器（MCP602）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1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面包板搭建，MCP602 运放电源导致带宽不足，电容过大充放电影响截止频率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输出波形严重失真，无法满足 20 kHz – 100 kHz 频率范围要求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第一版后级放大（TL072）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洞洞板焊接缩短连线，两路跟随输出经加法电阻汇合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高频下寄生参数仍影响负反馈稳定性，输出出现尖峰和 0V 平台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  <p:transition advClick="1" advTm="3000">
    <p:fade/>
  </p:transition>
  <p:transition advClick="1" advTm="3000">
    <p:fade/>
  </p:transition>
  <p:transition advClick="1" advTm="3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第二版加法器（洞洞板）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问题分析与改进方向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面包板飞线寄生参数严重，TL072 高频下负反馈性能下降并产生相位滞后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示波器可见输出波形明显畸变 → 最终改用 PCB 方案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  <p:transition advClick="1" advTm="3000">
    <p:fade/>
  </p:transition>
  <p:transition advClick="1" advTm="3000">
    <p:fade/>
  </p:transition>
  <p:transition advClick="1" advTm="3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417320" y="4663440"/>
            <a:ext cx="274320" cy="45719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/>
          <a:p/>
          <a:p/>
          <a:p/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2743200"/>
                <a:gridCol w="2743200"/>
                <a:gridCol w="21031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  <p:transition advClick="1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