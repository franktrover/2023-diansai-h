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48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高精度低失调，保真 DDS 波形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Up Arrow 17"/>
          <p:cNvSpPr/>
          <p:nvPr/>
        </p:nvSpPr>
        <p:spPr>
          <a:xfrm>
            <a:off x="1417320" y="2560320"/>
            <a:ext cx="274320" cy="256031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endParaRPr/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  <a:endParaRPr/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109728" rtlCol="0" anchor="ctr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1272</Words>
  <Application>Microsoft Office PowerPoint</Application>
  <PresentationFormat>宽屏</PresentationFormat>
  <Paragraphs>258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TANG TANG</cp:lastModifiedBy>
  <cp:revision>2</cp:revision>
  <dcterms:created xsi:type="dcterms:W3CDTF">2013-01-27T09:14:16Z</dcterms:created>
  <dcterms:modified xsi:type="dcterms:W3CDTF">2026-06-08T11:30:56Z</dcterms:modified>
  <cp:category/>
</cp:coreProperties>
</file>